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c75984c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c75984c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b943441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b943441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b9434414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b9434414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b9434414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b9434414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 sz="1400" u="sng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q-5MYtXTCiW6wKNZr-Vfj6cU2VOP61Vz/view" TargetMode="External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gP7iDna41-cdChXBG8629mHL0JzZTa5w/view" TargetMode="External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mQsIRvTZ2uOCeG2hJ7fyK6tulZSweIUc/view" TargetMode="External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 image </a:t>
            </a:r>
            <a:r>
              <a:rPr lang="en-GB"/>
              <a:t>segmentation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650" y="1234725"/>
            <a:ext cx="4588977" cy="289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1714050" y="249150"/>
            <a:ext cx="5715900" cy="68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 video segmentation (Testing)</a:t>
            </a:r>
            <a:endParaRPr/>
          </a:p>
        </p:txBody>
      </p:sp>
      <p:pic>
        <p:nvPicPr>
          <p:cNvPr id="61" name="Google Shape;61;p14" title="testing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9575" y="1311275"/>
            <a:ext cx="5063425" cy="34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>
                <a:solidFill>
                  <a:schemeClr val="dk1"/>
                </a:solidFill>
              </a:rPr>
              <a:t>We are able to put bounding boxes for the segmented objects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>
                <a:solidFill>
                  <a:schemeClr val="dk1"/>
                </a:solidFill>
              </a:rPr>
              <a:t>We are able to move use segmentation and convert to csrt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>
                <a:solidFill>
                  <a:schemeClr val="dk1"/>
                </a:solidFill>
              </a:rPr>
              <a:t>TESTING SUCCESS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1714050" y="249150"/>
            <a:ext cx="5715900" cy="68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 video segmentation 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>
                <a:solidFill>
                  <a:schemeClr val="dk1"/>
                </a:solidFill>
              </a:rPr>
              <a:t>D</a:t>
            </a:r>
            <a:r>
              <a:rPr lang="en-GB">
                <a:solidFill>
                  <a:schemeClr val="dk1"/>
                </a:solidFill>
              </a:rPr>
              <a:t>etection and tracking of the segmented objects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>
                <a:solidFill>
                  <a:schemeClr val="dk1"/>
                </a:solidFill>
              </a:rPr>
              <a:t>Works for rare and </a:t>
            </a:r>
            <a:r>
              <a:rPr lang="en-GB">
                <a:solidFill>
                  <a:schemeClr val="dk1"/>
                </a:solidFill>
              </a:rPr>
              <a:t>unusual objects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>
                <a:solidFill>
                  <a:schemeClr val="dk1"/>
                </a:solidFill>
              </a:rPr>
              <a:t>Drawbacks: Takes too long to process without GPU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  <p:pic>
        <p:nvPicPr>
          <p:cNvPr id="69" name="Google Shape;69;p15" title="sasi_sam_outpu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2100" y="1084650"/>
            <a:ext cx="5719499" cy="3223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1714050" y="249150"/>
            <a:ext cx="6443100" cy="68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 video segmentation (Order of objects in base) 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389600"/>
            <a:ext cx="2808000" cy="36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>
                <a:solidFill>
                  <a:schemeClr val="dk1"/>
                </a:solidFill>
              </a:rPr>
              <a:t>The notebook is selected as the BASE. The </a:t>
            </a:r>
            <a:r>
              <a:rPr lang="en-GB">
                <a:solidFill>
                  <a:schemeClr val="dk1"/>
                </a:solidFill>
              </a:rPr>
              <a:t>other</a:t>
            </a:r>
            <a:r>
              <a:rPr lang="en-GB">
                <a:solidFill>
                  <a:schemeClr val="dk1"/>
                </a:solidFill>
              </a:rPr>
              <a:t> segmented objects is drawn bounding boxes and gets their names assigned by the user.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>
                <a:solidFill>
                  <a:schemeClr val="dk1"/>
                </a:solidFill>
              </a:rPr>
              <a:t>It displays when the segmented objects are placed inside the BASE with their order. 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>
                <a:solidFill>
                  <a:schemeClr val="dk1"/>
                </a:solidFill>
              </a:rPr>
              <a:t>Detection and tracking of the segmented objects with bounding box. Works for rare and unusual objects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>
                <a:solidFill>
                  <a:schemeClr val="dk1"/>
                </a:solidFill>
              </a:rPr>
              <a:t>Drawbacks: Takes too long to process without GPU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  <p:pic>
        <p:nvPicPr>
          <p:cNvPr id="76" name="Google Shape;76;p16" title="output_logic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2100" y="1084650"/>
            <a:ext cx="5719499" cy="3223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PROS:</a:t>
            </a:r>
            <a:endParaRPr b="0" u="none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0" lang="en-GB" u="none"/>
              <a:t> Very Accurate Detection and tracking</a:t>
            </a:r>
            <a:br>
              <a:rPr b="0" lang="en-GB" u="none"/>
            </a:br>
            <a:endParaRPr b="0" u="none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0" lang="en-GB" u="none"/>
              <a:t>Works for unusual Objects</a:t>
            </a:r>
            <a:br>
              <a:rPr b="0" lang="en-GB" u="none"/>
            </a:br>
            <a:endParaRPr b="0" u="none"/>
          </a:p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u="sng">
                <a:solidFill>
                  <a:schemeClr val="dk1"/>
                </a:solidFill>
              </a:rPr>
              <a:t>CONS:</a:t>
            </a:r>
            <a:endParaRPr b="1" u="sng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Takes a lot of time to compute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Requires GPU for fast processing, but it is also computationally expensive and slow than traditional tracking.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